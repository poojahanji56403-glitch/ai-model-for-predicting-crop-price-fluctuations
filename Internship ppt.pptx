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7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10"/>
    <p:sldId id="269" r:id="rId11"/>
    <p:sldId id="264" r:id="rId12"/>
    <p:sldId id="268" r:id="rId13"/>
    <p:sldId id="267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9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2" d="100"/>
          <a:sy n="52" d="100"/>
        </p:scale>
        <p:origin x="850" y="72"/>
      </p:cViewPr>
      <p:guideLst>
        <p:guide orient="horz" pos="2889"/>
        <p:guide pos="21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ADFE9-52A9-4EF5-A58F-8254A6C8EEF9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A4D63-2377-4328-AB99-2063C389343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A4D63-2377-4328-AB99-2063C389343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5" Type="http://schemas.openxmlformats.org/officeDocument/2006/relationships/image" Target="../media/image24.png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image" Target="../media/image1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image" Target="../media/image1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6" y="0"/>
            <a:ext cx="2400299" cy="29473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5" y="0"/>
            <a:ext cx="2349499" cy="300987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65" y="0"/>
            <a:ext cx="2298699" cy="30611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0" y="0"/>
            <a:ext cx="2247899" cy="31212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39" y="0"/>
            <a:ext cx="2197099" cy="317380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99" y="0"/>
            <a:ext cx="2146299" cy="322872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43" y="0"/>
            <a:ext cx="2095499" cy="327584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2045488" cy="332767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34" y="0"/>
            <a:ext cx="1981199" cy="337695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19" y="0"/>
            <a:ext cx="1930399" cy="343298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593" y="0"/>
            <a:ext cx="1866899" cy="34829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62" y="0"/>
            <a:ext cx="1816099" cy="353341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036" y="0"/>
            <a:ext cx="2044699" cy="325668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864" y="0"/>
            <a:ext cx="2273299" cy="298475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178" y="0"/>
            <a:ext cx="2527299" cy="2732825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554" y="0"/>
            <a:ext cx="2768599" cy="2466557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309" y="0"/>
            <a:ext cx="3022599" cy="220722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953" y="0"/>
            <a:ext cx="3289299" cy="1955456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609" y="0"/>
            <a:ext cx="3555999" cy="170047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94" y="0"/>
            <a:ext cx="3822699" cy="144729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166" y="0"/>
            <a:ext cx="4102099" cy="119525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39" y="0"/>
            <a:ext cx="4381499" cy="99308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0" y="0"/>
            <a:ext cx="4661539" cy="89226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99756" y="728316"/>
            <a:ext cx="4149090" cy="1271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1" i="0">
                <a:solidFill>
                  <a:srgbClr val="3F3C3D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1" i="0">
                <a:solidFill>
                  <a:srgbClr val="3F3C3D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1" i="0">
                <a:solidFill>
                  <a:srgbClr val="3F3C3D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1" i="0">
                <a:solidFill>
                  <a:srgbClr val="3F3C3D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6" y="0"/>
            <a:ext cx="2400299" cy="29473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5" y="0"/>
            <a:ext cx="2349499" cy="300987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65" y="0"/>
            <a:ext cx="2298699" cy="30611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0" y="0"/>
            <a:ext cx="2247899" cy="31212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39" y="0"/>
            <a:ext cx="2197099" cy="317380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99" y="0"/>
            <a:ext cx="2146299" cy="322872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43" y="0"/>
            <a:ext cx="2095499" cy="327584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2045488" cy="332767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34" y="0"/>
            <a:ext cx="1981199" cy="337695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19" y="0"/>
            <a:ext cx="1930399" cy="343298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593" y="0"/>
            <a:ext cx="1866899" cy="34829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62" y="0"/>
            <a:ext cx="1816099" cy="353341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036" y="0"/>
            <a:ext cx="2044699" cy="325668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864" y="0"/>
            <a:ext cx="2273299" cy="298475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178" y="0"/>
            <a:ext cx="2527299" cy="2732825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554" y="0"/>
            <a:ext cx="2768599" cy="2466557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309" y="0"/>
            <a:ext cx="3022599" cy="220722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953" y="0"/>
            <a:ext cx="3289299" cy="1955456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609" y="0"/>
            <a:ext cx="3555999" cy="170047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94" y="0"/>
            <a:ext cx="3822699" cy="144729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166" y="0"/>
            <a:ext cx="4102099" cy="119525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39" y="0"/>
            <a:ext cx="4381499" cy="99308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0" y="0"/>
            <a:ext cx="4661539" cy="892269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5457802" y="3390899"/>
            <a:ext cx="7829550" cy="95250"/>
          </a:xfrm>
          <a:custGeom>
            <a:avLst/>
            <a:gdLst/>
            <a:ahLst/>
            <a:cxnLst/>
            <a:rect l="l" t="t" r="r" b="b"/>
            <a:pathLst>
              <a:path w="7829550" h="95250">
                <a:moveTo>
                  <a:pt x="7829400" y="95249"/>
                </a:moveTo>
                <a:lnTo>
                  <a:pt x="0" y="95249"/>
                </a:lnTo>
                <a:lnTo>
                  <a:pt x="0" y="0"/>
                </a:lnTo>
                <a:lnTo>
                  <a:pt x="7829400" y="0"/>
                </a:lnTo>
                <a:lnTo>
                  <a:pt x="7829400" y="95249"/>
                </a:lnTo>
                <a:close/>
              </a:path>
            </a:pathLst>
          </a:custGeom>
          <a:solidFill>
            <a:srgbClr val="3F3C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5124427" y="4838699"/>
            <a:ext cx="8496300" cy="95250"/>
          </a:xfrm>
          <a:custGeom>
            <a:avLst/>
            <a:gdLst/>
            <a:ahLst/>
            <a:cxnLst/>
            <a:rect l="l" t="t" r="r" b="b"/>
            <a:pathLst>
              <a:path w="8496300" h="95250">
                <a:moveTo>
                  <a:pt x="8496001" y="95249"/>
                </a:moveTo>
                <a:lnTo>
                  <a:pt x="0" y="95249"/>
                </a:lnTo>
                <a:lnTo>
                  <a:pt x="0" y="0"/>
                </a:lnTo>
                <a:lnTo>
                  <a:pt x="8496001" y="0"/>
                </a:lnTo>
                <a:lnTo>
                  <a:pt x="8496001" y="95249"/>
                </a:lnTo>
                <a:close/>
              </a:path>
            </a:pathLst>
          </a:custGeom>
          <a:solidFill>
            <a:srgbClr val="3F3C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6409409" y="6286499"/>
            <a:ext cx="5926455" cy="95250"/>
          </a:xfrm>
          <a:custGeom>
            <a:avLst/>
            <a:gdLst/>
            <a:ahLst/>
            <a:cxnLst/>
            <a:rect l="l" t="t" r="r" b="b"/>
            <a:pathLst>
              <a:path w="5926455" h="95250">
                <a:moveTo>
                  <a:pt x="5926037" y="95249"/>
                </a:moveTo>
                <a:lnTo>
                  <a:pt x="0" y="95249"/>
                </a:lnTo>
                <a:lnTo>
                  <a:pt x="0" y="0"/>
                </a:lnTo>
                <a:lnTo>
                  <a:pt x="5926037" y="0"/>
                </a:lnTo>
                <a:lnTo>
                  <a:pt x="5926037" y="95249"/>
                </a:lnTo>
                <a:close/>
              </a:path>
            </a:pathLst>
          </a:custGeom>
          <a:solidFill>
            <a:srgbClr val="3F3C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7530382" y="7734299"/>
            <a:ext cx="3684270" cy="95250"/>
          </a:xfrm>
          <a:custGeom>
            <a:avLst/>
            <a:gdLst/>
            <a:ahLst/>
            <a:cxnLst/>
            <a:rect l="l" t="t" r="r" b="b"/>
            <a:pathLst>
              <a:path w="3684270" h="95250">
                <a:moveTo>
                  <a:pt x="3684239" y="95249"/>
                </a:moveTo>
                <a:lnTo>
                  <a:pt x="0" y="95249"/>
                </a:lnTo>
                <a:lnTo>
                  <a:pt x="0" y="0"/>
                </a:lnTo>
                <a:lnTo>
                  <a:pt x="3684239" y="0"/>
                </a:lnTo>
                <a:lnTo>
                  <a:pt x="3684239" y="95249"/>
                </a:lnTo>
                <a:close/>
              </a:path>
            </a:pathLst>
          </a:custGeom>
          <a:solidFill>
            <a:srgbClr val="3F3C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23.png"/><Relationship Id="rId28" Type="http://schemas.openxmlformats.org/officeDocument/2006/relationships/image" Target="../media/image22.png"/><Relationship Id="rId27" Type="http://schemas.openxmlformats.org/officeDocument/2006/relationships/image" Target="../media/image21.png"/><Relationship Id="rId26" Type="http://schemas.openxmlformats.org/officeDocument/2006/relationships/image" Target="../media/image20.png"/><Relationship Id="rId25" Type="http://schemas.openxmlformats.org/officeDocument/2006/relationships/image" Target="../media/image19.png"/><Relationship Id="rId24" Type="http://schemas.openxmlformats.org/officeDocument/2006/relationships/image" Target="../media/image18.png"/><Relationship Id="rId23" Type="http://schemas.openxmlformats.org/officeDocument/2006/relationships/image" Target="../media/image17.png"/><Relationship Id="rId22" Type="http://schemas.openxmlformats.org/officeDocument/2006/relationships/image" Target="../media/image16.png"/><Relationship Id="rId21" Type="http://schemas.openxmlformats.org/officeDocument/2006/relationships/image" Target="../media/image15.png"/><Relationship Id="rId20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3.png"/><Relationship Id="rId18" Type="http://schemas.openxmlformats.org/officeDocument/2006/relationships/image" Target="../media/image12.png"/><Relationship Id="rId17" Type="http://schemas.openxmlformats.org/officeDocument/2006/relationships/image" Target="../media/image11.png"/><Relationship Id="rId16" Type="http://schemas.openxmlformats.org/officeDocument/2006/relationships/image" Target="../media/image10.png"/><Relationship Id="rId15" Type="http://schemas.openxmlformats.org/officeDocument/2006/relationships/image" Target="../media/image9.png"/><Relationship Id="rId14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96" y="0"/>
            <a:ext cx="2400299" cy="29473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15" y="0"/>
            <a:ext cx="2349499" cy="300987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65" y="0"/>
            <a:ext cx="2298699" cy="30611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20" y="0"/>
            <a:ext cx="2247899" cy="31212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39" y="0"/>
            <a:ext cx="2197099" cy="317380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99" y="0"/>
            <a:ext cx="2146299" cy="322872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43" y="0"/>
            <a:ext cx="2095499" cy="327584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2045488" cy="332767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34" y="0"/>
            <a:ext cx="1981199" cy="337695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819" y="0"/>
            <a:ext cx="1930399" cy="343298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593" y="0"/>
            <a:ext cx="1866899" cy="34829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762" y="0"/>
            <a:ext cx="1816099" cy="353341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036" y="0"/>
            <a:ext cx="2044699" cy="325668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864" y="0"/>
            <a:ext cx="2273299" cy="298475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178" y="0"/>
            <a:ext cx="2527299" cy="2732825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554" y="0"/>
            <a:ext cx="2768599" cy="2466557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309" y="0"/>
            <a:ext cx="3022599" cy="220722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953" y="0"/>
            <a:ext cx="3289299" cy="1955456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609" y="0"/>
            <a:ext cx="3555999" cy="170047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394" y="0"/>
            <a:ext cx="3822699" cy="144729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166" y="0"/>
            <a:ext cx="4102099" cy="119525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939" y="0"/>
            <a:ext cx="4381499" cy="99308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0" y="0"/>
            <a:ext cx="4661539" cy="8922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7286" y="392790"/>
            <a:ext cx="13373426" cy="2006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1" i="0">
                <a:solidFill>
                  <a:srgbClr val="3F3C3D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43564" y="4040218"/>
            <a:ext cx="11200871" cy="4598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439532" y="9006877"/>
            <a:ext cx="821055" cy="899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rgbClr val="53535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jpeg"/><Relationship Id="rId1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webp"/><Relationship Id="rId1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5" Type="http://schemas.openxmlformats.org/officeDocument/2006/relationships/slideLayout" Target="../slideLayouts/slideLayout2.xml"/><Relationship Id="rId24" Type="http://schemas.openxmlformats.org/officeDocument/2006/relationships/image" Target="../media/image24.png"/><Relationship Id="rId23" Type="http://schemas.openxmlformats.org/officeDocument/2006/relationships/image" Target="../media/image51.png"/><Relationship Id="rId22" Type="http://schemas.openxmlformats.org/officeDocument/2006/relationships/image" Target="../media/image50.png"/><Relationship Id="rId21" Type="http://schemas.openxmlformats.org/officeDocument/2006/relationships/image" Target="../media/image49.png"/><Relationship Id="rId20" Type="http://schemas.openxmlformats.org/officeDocument/2006/relationships/image" Target="../media/image48.png"/><Relationship Id="rId2" Type="http://schemas.openxmlformats.org/officeDocument/2006/relationships/image" Target="../media/image30.png"/><Relationship Id="rId19" Type="http://schemas.openxmlformats.org/officeDocument/2006/relationships/image" Target="../media/image47.png"/><Relationship Id="rId18" Type="http://schemas.openxmlformats.org/officeDocument/2006/relationships/image" Target="../media/image46.png"/><Relationship Id="rId17" Type="http://schemas.openxmlformats.org/officeDocument/2006/relationships/image" Target="../media/image45.png"/><Relationship Id="rId16" Type="http://schemas.openxmlformats.org/officeDocument/2006/relationships/image" Target="../media/image44.png"/><Relationship Id="rId15" Type="http://schemas.openxmlformats.org/officeDocument/2006/relationships/image" Target="../media/image43.png"/><Relationship Id="rId14" Type="http://schemas.openxmlformats.org/officeDocument/2006/relationships/image" Target="../media/image42.png"/><Relationship Id="rId13" Type="http://schemas.openxmlformats.org/officeDocument/2006/relationships/image" Target="../media/image41.png"/><Relationship Id="rId12" Type="http://schemas.openxmlformats.org/officeDocument/2006/relationships/image" Target="../media/image40.png"/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702312" y="6882983"/>
            <a:ext cx="4585687" cy="340401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597918"/>
            <a:ext cx="4175760" cy="3689350"/>
            <a:chOff x="0" y="6597918"/>
            <a:chExt cx="4175760" cy="3689350"/>
          </a:xfrm>
        </p:grpSpPr>
        <p:sp>
          <p:nvSpPr>
            <p:cNvPr id="4" name="object 4"/>
            <p:cNvSpPr/>
            <p:nvPr/>
          </p:nvSpPr>
          <p:spPr>
            <a:xfrm>
              <a:off x="0" y="6597918"/>
              <a:ext cx="4175760" cy="3689350"/>
            </a:xfrm>
            <a:custGeom>
              <a:avLst/>
              <a:gdLst/>
              <a:ahLst/>
              <a:cxnLst/>
              <a:rect l="l" t="t" r="r" b="b"/>
              <a:pathLst>
                <a:path w="4175760" h="3689350">
                  <a:moveTo>
                    <a:pt x="4175440" y="3689081"/>
                  </a:moveTo>
                  <a:lnTo>
                    <a:pt x="0" y="0"/>
                  </a:lnTo>
                  <a:lnTo>
                    <a:pt x="0" y="3689081"/>
                  </a:lnTo>
                  <a:lnTo>
                    <a:pt x="4175440" y="368908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6727806"/>
              <a:ext cx="3559810" cy="3559810"/>
            </a:xfrm>
            <a:custGeom>
              <a:avLst/>
              <a:gdLst/>
              <a:ahLst/>
              <a:cxnLst/>
              <a:rect l="l" t="t" r="r" b="b"/>
              <a:pathLst>
                <a:path w="3559810" h="3559809">
                  <a:moveTo>
                    <a:pt x="0" y="3559193"/>
                  </a:moveTo>
                  <a:lnTo>
                    <a:pt x="3559193" y="3559193"/>
                  </a:lnTo>
                  <a:lnTo>
                    <a:pt x="0" y="0"/>
                  </a:lnTo>
                  <a:lnTo>
                    <a:pt x="0" y="355919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5488054" y="0"/>
            <a:ext cx="2800350" cy="2526030"/>
            <a:chOff x="15488054" y="0"/>
            <a:chExt cx="2800350" cy="2526030"/>
          </a:xfrm>
        </p:grpSpPr>
        <p:sp>
          <p:nvSpPr>
            <p:cNvPr id="7" name="object 7"/>
            <p:cNvSpPr/>
            <p:nvPr/>
          </p:nvSpPr>
          <p:spPr>
            <a:xfrm>
              <a:off x="15488054" y="0"/>
              <a:ext cx="2800350" cy="2526030"/>
            </a:xfrm>
            <a:custGeom>
              <a:avLst/>
              <a:gdLst/>
              <a:ahLst/>
              <a:cxnLst/>
              <a:rect l="l" t="t" r="r" b="b"/>
              <a:pathLst>
                <a:path w="2800350" h="2526030">
                  <a:moveTo>
                    <a:pt x="0" y="0"/>
                  </a:moveTo>
                  <a:lnTo>
                    <a:pt x="2799944" y="2525886"/>
                  </a:lnTo>
                  <a:lnTo>
                    <a:pt x="27999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844815" y="0"/>
              <a:ext cx="2443480" cy="2443480"/>
            </a:xfrm>
            <a:custGeom>
              <a:avLst/>
              <a:gdLst/>
              <a:ahLst/>
              <a:cxnLst/>
              <a:rect l="l" t="t" r="r" b="b"/>
              <a:pathLst>
                <a:path w="2443480" h="2443480">
                  <a:moveTo>
                    <a:pt x="2443184" y="0"/>
                  </a:moveTo>
                  <a:lnTo>
                    <a:pt x="0" y="0"/>
                  </a:lnTo>
                  <a:lnTo>
                    <a:pt x="2443184" y="2443184"/>
                  </a:lnTo>
                  <a:lnTo>
                    <a:pt x="24431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6755049" y="7505700"/>
            <a:ext cx="4778375" cy="1427627"/>
            <a:chOff x="6755049" y="8152277"/>
            <a:chExt cx="4778375" cy="781050"/>
          </a:xfrm>
        </p:grpSpPr>
        <p:sp>
          <p:nvSpPr>
            <p:cNvPr id="10" name="object 10"/>
            <p:cNvSpPr/>
            <p:nvPr/>
          </p:nvSpPr>
          <p:spPr>
            <a:xfrm>
              <a:off x="6792713" y="8190377"/>
              <a:ext cx="4702175" cy="705485"/>
            </a:xfrm>
            <a:custGeom>
              <a:avLst/>
              <a:gdLst/>
              <a:ahLst/>
              <a:cxnLst/>
              <a:rect l="l" t="t" r="r" b="b"/>
              <a:pathLst>
                <a:path w="4702175" h="705484">
                  <a:moveTo>
                    <a:pt x="4350003" y="705136"/>
                  </a:moveTo>
                  <a:lnTo>
                    <a:pt x="352568" y="705136"/>
                  </a:lnTo>
                  <a:lnTo>
                    <a:pt x="304727" y="701918"/>
                  </a:lnTo>
                  <a:lnTo>
                    <a:pt x="258842" y="692543"/>
                  </a:lnTo>
                  <a:lnTo>
                    <a:pt x="215333" y="677430"/>
                  </a:lnTo>
                  <a:lnTo>
                    <a:pt x="174620" y="657001"/>
                  </a:lnTo>
                  <a:lnTo>
                    <a:pt x="137124" y="631675"/>
                  </a:lnTo>
                  <a:lnTo>
                    <a:pt x="103265" y="601872"/>
                  </a:lnTo>
                  <a:lnTo>
                    <a:pt x="73462" y="568012"/>
                  </a:lnTo>
                  <a:lnTo>
                    <a:pt x="48136" y="530516"/>
                  </a:lnTo>
                  <a:lnTo>
                    <a:pt x="27706" y="489804"/>
                  </a:lnTo>
                  <a:lnTo>
                    <a:pt x="12594" y="446295"/>
                  </a:lnTo>
                  <a:lnTo>
                    <a:pt x="3218" y="400410"/>
                  </a:lnTo>
                  <a:lnTo>
                    <a:pt x="0" y="352568"/>
                  </a:lnTo>
                  <a:lnTo>
                    <a:pt x="3218" y="304727"/>
                  </a:lnTo>
                  <a:lnTo>
                    <a:pt x="12594" y="258842"/>
                  </a:lnTo>
                  <a:lnTo>
                    <a:pt x="27706" y="215333"/>
                  </a:lnTo>
                  <a:lnTo>
                    <a:pt x="48136" y="174620"/>
                  </a:lnTo>
                  <a:lnTo>
                    <a:pt x="73462" y="137124"/>
                  </a:lnTo>
                  <a:lnTo>
                    <a:pt x="103265" y="103264"/>
                  </a:lnTo>
                  <a:lnTo>
                    <a:pt x="137124" y="73462"/>
                  </a:lnTo>
                  <a:lnTo>
                    <a:pt x="174620" y="48135"/>
                  </a:lnTo>
                  <a:lnTo>
                    <a:pt x="215333" y="27706"/>
                  </a:lnTo>
                  <a:lnTo>
                    <a:pt x="258842" y="12594"/>
                  </a:lnTo>
                  <a:lnTo>
                    <a:pt x="304727" y="3218"/>
                  </a:lnTo>
                  <a:lnTo>
                    <a:pt x="352568" y="0"/>
                  </a:lnTo>
                  <a:lnTo>
                    <a:pt x="4350003" y="0"/>
                  </a:lnTo>
                  <a:lnTo>
                    <a:pt x="4397844" y="3218"/>
                  </a:lnTo>
                  <a:lnTo>
                    <a:pt x="4443729" y="12594"/>
                  </a:lnTo>
                  <a:lnTo>
                    <a:pt x="4487238" y="27706"/>
                  </a:lnTo>
                  <a:lnTo>
                    <a:pt x="4527951" y="48135"/>
                  </a:lnTo>
                  <a:lnTo>
                    <a:pt x="4565446" y="73462"/>
                  </a:lnTo>
                  <a:lnTo>
                    <a:pt x="4599306" y="103264"/>
                  </a:lnTo>
                  <a:lnTo>
                    <a:pt x="4629109" y="137124"/>
                  </a:lnTo>
                  <a:lnTo>
                    <a:pt x="4654435" y="174620"/>
                  </a:lnTo>
                  <a:lnTo>
                    <a:pt x="4674864" y="215333"/>
                  </a:lnTo>
                  <a:lnTo>
                    <a:pt x="4689976" y="258842"/>
                  </a:lnTo>
                  <a:lnTo>
                    <a:pt x="4699352" y="304727"/>
                  </a:lnTo>
                  <a:lnTo>
                    <a:pt x="4701830" y="341567"/>
                  </a:lnTo>
                  <a:lnTo>
                    <a:pt x="4701830" y="363570"/>
                  </a:lnTo>
                  <a:lnTo>
                    <a:pt x="4689976" y="446295"/>
                  </a:lnTo>
                  <a:lnTo>
                    <a:pt x="4674864" y="489804"/>
                  </a:lnTo>
                  <a:lnTo>
                    <a:pt x="4654435" y="530516"/>
                  </a:lnTo>
                  <a:lnTo>
                    <a:pt x="4629109" y="568012"/>
                  </a:lnTo>
                  <a:lnTo>
                    <a:pt x="4599306" y="601872"/>
                  </a:lnTo>
                  <a:lnTo>
                    <a:pt x="4565446" y="631675"/>
                  </a:lnTo>
                  <a:lnTo>
                    <a:pt x="4527951" y="657001"/>
                  </a:lnTo>
                  <a:lnTo>
                    <a:pt x="4487238" y="677430"/>
                  </a:lnTo>
                  <a:lnTo>
                    <a:pt x="4443729" y="692543"/>
                  </a:lnTo>
                  <a:lnTo>
                    <a:pt x="4397844" y="701918"/>
                  </a:lnTo>
                  <a:lnTo>
                    <a:pt x="4350003" y="705136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793149" y="8190377"/>
              <a:ext cx="4702175" cy="704850"/>
            </a:xfrm>
            <a:custGeom>
              <a:avLst/>
              <a:gdLst/>
              <a:ahLst/>
              <a:cxnLst/>
              <a:rect l="l" t="t" r="r" b="b"/>
              <a:pathLst>
                <a:path w="4702175" h="704850">
                  <a:moveTo>
                    <a:pt x="350283" y="704849"/>
                  </a:moveTo>
                  <a:lnTo>
                    <a:pt x="304667" y="701781"/>
                  </a:lnTo>
                  <a:lnTo>
                    <a:pt x="258790" y="692407"/>
                  </a:lnTo>
                  <a:lnTo>
                    <a:pt x="215290" y="677297"/>
                  </a:lnTo>
                  <a:lnTo>
                    <a:pt x="174585" y="656872"/>
                  </a:lnTo>
                  <a:lnTo>
                    <a:pt x="137097" y="631551"/>
                  </a:lnTo>
                  <a:lnTo>
                    <a:pt x="103244" y="601754"/>
                  </a:lnTo>
                  <a:lnTo>
                    <a:pt x="73447" y="567901"/>
                  </a:lnTo>
                  <a:lnTo>
                    <a:pt x="48126" y="530412"/>
                  </a:lnTo>
                  <a:lnTo>
                    <a:pt x="27701" y="489707"/>
                  </a:lnTo>
                  <a:lnTo>
                    <a:pt x="12591" y="446207"/>
                  </a:lnTo>
                  <a:lnTo>
                    <a:pt x="3217" y="400331"/>
                  </a:lnTo>
                  <a:lnTo>
                    <a:pt x="0" y="352499"/>
                  </a:lnTo>
                  <a:lnTo>
                    <a:pt x="3217" y="304667"/>
                  </a:lnTo>
                  <a:lnTo>
                    <a:pt x="12591" y="258791"/>
                  </a:lnTo>
                  <a:lnTo>
                    <a:pt x="27701" y="215290"/>
                  </a:lnTo>
                  <a:lnTo>
                    <a:pt x="48126" y="174586"/>
                  </a:lnTo>
                  <a:lnTo>
                    <a:pt x="73447" y="137097"/>
                  </a:lnTo>
                  <a:lnTo>
                    <a:pt x="103244" y="103244"/>
                  </a:lnTo>
                  <a:lnTo>
                    <a:pt x="137097" y="73447"/>
                  </a:lnTo>
                  <a:lnTo>
                    <a:pt x="174586" y="48126"/>
                  </a:lnTo>
                  <a:lnTo>
                    <a:pt x="215290" y="27701"/>
                  </a:lnTo>
                  <a:lnTo>
                    <a:pt x="258791" y="12591"/>
                  </a:lnTo>
                  <a:lnTo>
                    <a:pt x="304667" y="3217"/>
                  </a:lnTo>
                  <a:lnTo>
                    <a:pt x="352499" y="0"/>
                  </a:lnTo>
                  <a:lnTo>
                    <a:pt x="4349151" y="0"/>
                  </a:lnTo>
                  <a:lnTo>
                    <a:pt x="4396983" y="3217"/>
                  </a:lnTo>
                  <a:lnTo>
                    <a:pt x="4442859" y="12591"/>
                  </a:lnTo>
                  <a:lnTo>
                    <a:pt x="4486359" y="27701"/>
                  </a:lnTo>
                  <a:lnTo>
                    <a:pt x="4527064" y="48126"/>
                  </a:lnTo>
                  <a:lnTo>
                    <a:pt x="4564553" y="73447"/>
                  </a:lnTo>
                  <a:lnTo>
                    <a:pt x="4598405" y="103244"/>
                  </a:lnTo>
                  <a:lnTo>
                    <a:pt x="4628202" y="137097"/>
                  </a:lnTo>
                  <a:lnTo>
                    <a:pt x="4653524" y="174586"/>
                  </a:lnTo>
                  <a:lnTo>
                    <a:pt x="4673949" y="215290"/>
                  </a:lnTo>
                  <a:lnTo>
                    <a:pt x="4689059" y="258790"/>
                  </a:lnTo>
                  <a:lnTo>
                    <a:pt x="4698433" y="304667"/>
                  </a:lnTo>
                  <a:lnTo>
                    <a:pt x="4701650" y="352499"/>
                  </a:lnTo>
                  <a:lnTo>
                    <a:pt x="4698433" y="400331"/>
                  </a:lnTo>
                  <a:lnTo>
                    <a:pt x="4689059" y="446207"/>
                  </a:lnTo>
                  <a:lnTo>
                    <a:pt x="4673949" y="489708"/>
                  </a:lnTo>
                  <a:lnTo>
                    <a:pt x="4653524" y="530412"/>
                  </a:lnTo>
                  <a:lnTo>
                    <a:pt x="4628203" y="567901"/>
                  </a:lnTo>
                  <a:lnTo>
                    <a:pt x="4598406" y="601754"/>
                  </a:lnTo>
                  <a:lnTo>
                    <a:pt x="4564553" y="631551"/>
                  </a:lnTo>
                  <a:lnTo>
                    <a:pt x="4527064" y="656872"/>
                  </a:lnTo>
                  <a:lnTo>
                    <a:pt x="4486360" y="677297"/>
                  </a:lnTo>
                  <a:lnTo>
                    <a:pt x="4442859" y="692407"/>
                  </a:lnTo>
                  <a:lnTo>
                    <a:pt x="4396983" y="701781"/>
                  </a:lnTo>
                  <a:lnTo>
                    <a:pt x="4351367" y="704849"/>
                  </a:lnTo>
                </a:path>
              </a:pathLst>
            </a:custGeom>
            <a:ln w="76200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4322" y="2405924"/>
            <a:ext cx="1762124" cy="18383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384675" y="4434205"/>
            <a:ext cx="9260840" cy="55860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3125"/>
              </a:spcBef>
            </a:pPr>
            <a:r>
              <a:rPr lang="en-US" sz="5000" spc="3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DATA ANALYSIS</a:t>
            </a:r>
            <a:endParaRPr lang="en-US" sz="5000" spc="31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3125"/>
              </a:spcBef>
            </a:pPr>
            <a:r>
              <a:rPr sz="5000" spc="3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5000" spc="-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000" spc="-2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5000" spc="-2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000" spc="-2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YALLAMMA.B</a:t>
            </a:r>
            <a:r>
              <a:rPr lang="en-US" altLang="en-US" sz="5000" spc="-2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(01SU22AI081)</a:t>
            </a:r>
            <a:endParaRPr sz="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810" algn="ctr">
              <a:lnSpc>
                <a:spcPct val="100000"/>
              </a:lnSpc>
              <a:spcBef>
                <a:spcPts val="5550"/>
              </a:spcBef>
            </a:pPr>
            <a:r>
              <a:rPr sz="3000" spc="12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z="3000" spc="-185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125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000" spc="-18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3000" spc="-18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000" spc="-180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105" dirty="0">
                <a:solidFill>
                  <a:srgbClr val="E8E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44880" y="27305"/>
            <a:ext cx="16141700" cy="224028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895475" marR="5080" indent="-1084580" algn="ctr">
              <a:lnSpc>
                <a:spcPct val="116000"/>
              </a:lnSpc>
              <a:spcBef>
                <a:spcPts val="95"/>
              </a:spcBef>
            </a:pPr>
            <a:r>
              <a:rPr sz="5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SRINIVAS</a:t>
            </a:r>
            <a:r>
              <a:rPr sz="58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en-US" sz="5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sz="58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5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5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5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sz="5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3922" y="3543012"/>
            <a:ext cx="11398250" cy="3134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just">
              <a:lnSpc>
                <a:spcPct val="116000"/>
              </a:lnSpc>
              <a:spcBef>
                <a:spcPts val="95"/>
              </a:spcBef>
            </a:pPr>
            <a:r>
              <a:rPr lang="en-US" altLang="" sz="3500" spc="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Accolade Tech solution is a technology-based company located in Mangalore.It focuses on IT services,data analytics,and software solutions.The Company provides real-time industry projects and training for students.It aims to deliver efficient and data-driven solution to businesses.</a:t>
            </a:r>
            <a:endParaRPr lang="en-US" altLang="" sz="3500" spc="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38800" y="2306320"/>
            <a:ext cx="7292975" cy="846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PROFILE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01</a:t>
            </a:r>
            <a:endParaRPr spc="-25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781800" y="129540"/>
            <a:ext cx="3060700" cy="20580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2860" y="1446530"/>
            <a:ext cx="18329275" cy="1091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22830" marR="5080" indent="-2310765" algn="ctr">
              <a:lnSpc>
                <a:spcPct val="117000"/>
              </a:lnSpc>
              <a:spcBef>
                <a:spcPts val="95"/>
              </a:spcBef>
            </a:pPr>
            <a:r>
              <a:rPr lang="en-US" sz="60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DETAILS</a:t>
            </a:r>
            <a:endParaRPr lang="en-US" sz="6000" spc="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805940" y="3028950"/>
            <a:ext cx="14400530" cy="458152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972185" marR="393065" indent="-571500" algn="just">
              <a:lnSpc>
                <a:spcPct val="117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altLang="en-US" sz="4000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Duration: 2 Months</a:t>
            </a:r>
            <a:endParaRPr lang="en-US" altLang="en-US" sz="4000" spc="14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2185" marR="393065" indent="-571500" algn="just">
              <a:lnSpc>
                <a:spcPct val="117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altLang="en-US" sz="4000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Department:Data Analytics</a:t>
            </a:r>
            <a:endParaRPr lang="en-US" altLang="en-US" sz="4000" spc="14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2185" marR="393065" indent="-571500" algn="just">
              <a:lnSpc>
                <a:spcPct val="117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altLang="en-US" sz="4000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Role:Data Analytics Intern</a:t>
            </a:r>
            <a:endParaRPr lang="en-US" altLang="en-US" sz="4000" spc="14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2185" marR="393065" indent="-571500" algn="just">
              <a:lnSpc>
                <a:spcPct val="117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altLang="en-US" sz="4000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Domain:Data Analytics</a:t>
            </a:r>
            <a:endParaRPr lang="en-US" altLang="en-US" sz="4000" spc="14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2185" marR="393065" indent="-571500" algn="just">
              <a:lnSpc>
                <a:spcPct val="117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altLang="en-US" sz="4000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data to identity patterns,trends,and inefficiencies</a:t>
            </a:r>
            <a:endParaRPr lang="en-US" altLang="en-US" sz="4000" spc="14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2185" marR="393065" indent="-571500" algn="just">
              <a:lnSpc>
                <a:spcPct val="117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altLang="en-US" sz="4000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Worked on real-time datasets and analytical tools</a:t>
            </a:r>
            <a:endParaRPr lang="en-US" altLang="en-US" sz="4000" spc="14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02</a:t>
            </a:r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8984" y="3910988"/>
            <a:ext cx="11036300" cy="2064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17000"/>
              </a:lnSpc>
              <a:spcBef>
                <a:spcPts val="95"/>
              </a:spcBef>
              <a:buFont typeface="Wingdings" panose="05000000000000000000" charset="0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 understand real-world data analysis process</a:t>
            </a:r>
            <a:endParaRPr lang="en-US" alt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69900" marR="5080" indent="-457200">
              <a:lnSpc>
                <a:spcPct val="117000"/>
              </a:lnSpc>
              <a:spcBef>
                <a:spcPts val="95"/>
              </a:spcBef>
              <a:buFont typeface="Wingdings" panose="05000000000000000000" charset="0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 learn data cleaning and preprocessing</a:t>
            </a:r>
            <a:endParaRPr lang="en-US" alt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69900" marR="5080" indent="-457200">
              <a:lnSpc>
                <a:spcPct val="117000"/>
              </a:lnSpc>
              <a:spcBef>
                <a:spcPts val="95"/>
              </a:spcBef>
              <a:buFont typeface="Wingdings" panose="05000000000000000000" charset="0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 gain knowledge of analytical tools</a:t>
            </a:r>
            <a:endParaRPr lang="en-US" alt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69900" marR="5080" indent="-457200">
              <a:lnSpc>
                <a:spcPct val="117000"/>
              </a:lnSpc>
              <a:spcBef>
                <a:spcPts val="95"/>
              </a:spcBef>
              <a:buFont typeface="Wingdings" panose="05000000000000000000" charset="0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 develop problem-solving and decision-making skills</a:t>
            </a:r>
            <a:endParaRPr lang="en-US" alt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7430" y="2505075"/>
            <a:ext cx="9735820" cy="908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OBJECTIVES</a:t>
            </a:r>
            <a:endParaRPr lang="en-US" sz="5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-838337" y="6820102"/>
            <a:ext cx="3910147" cy="376090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03</a:t>
            </a:r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39645" y="555625"/>
            <a:ext cx="11236960" cy="1055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45260" marR="5080" indent="-1433195">
              <a:lnSpc>
                <a:spcPct val="117000"/>
              </a:lnSpc>
              <a:spcBef>
                <a:spcPts val="95"/>
              </a:spcBef>
            </a:pP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 USED</a:t>
            </a:r>
            <a:endParaRPr lang="en-US" sz="5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04</a:t>
            </a:r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52741" y="3235350"/>
            <a:ext cx="6558280" cy="4392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200" marR="5080" indent="-571500">
              <a:lnSpc>
                <a:spcPct val="117000"/>
              </a:lnSpc>
              <a:spcBef>
                <a:spcPts val="95"/>
              </a:spcBef>
              <a:buFont typeface="Wingdings" panose="05000000000000000000" charset="0"/>
              <a:buChar char="Ø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5080" indent="-571500">
              <a:lnSpc>
                <a:spcPct val="117000"/>
              </a:lnSpc>
              <a:spcBef>
                <a:spcPts val="95"/>
              </a:spcBef>
              <a:buFont typeface="Wingdings" panose="05000000000000000000" charset="0"/>
              <a:buChar char="Ø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5080" indent="-571500">
              <a:lnSpc>
                <a:spcPct val="117000"/>
              </a:lnSpc>
              <a:spcBef>
                <a:spcPts val="95"/>
              </a:spcBef>
              <a:buFont typeface="Wingdings" panose="05000000000000000000" charset="0"/>
              <a:buChar char="Ø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5080" indent="-571500">
              <a:lnSpc>
                <a:spcPct val="117000"/>
              </a:lnSpc>
              <a:spcBef>
                <a:spcPts val="95"/>
              </a:spcBef>
              <a:buFont typeface="Wingdings" panose="05000000000000000000" charset="0"/>
              <a:buChar char="Ø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5080" indent="-571500">
              <a:lnSpc>
                <a:spcPct val="117000"/>
              </a:lnSpc>
              <a:spcBef>
                <a:spcPts val="95"/>
              </a:spcBef>
              <a:buFont typeface="Wingdings" panose="05000000000000000000" charset="0"/>
              <a:buChar char="Ø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Generation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5080" indent="-571500">
              <a:lnSpc>
                <a:spcPct val="117000"/>
              </a:lnSpc>
              <a:spcBef>
                <a:spcPts val="95"/>
              </a:spcBef>
              <a:buFont typeface="Wingdings" panose="05000000000000000000" charset="0"/>
              <a:buChar char="Ø"/>
            </a:pP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4175" y="1866265"/>
            <a:ext cx="4796790" cy="5672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7286" y="392790"/>
            <a:ext cx="13373426" cy="1659255"/>
          </a:xfrm>
          <a:prstGeom prst="rect">
            <a:avLst/>
          </a:prstGeom>
        </p:spPr>
        <p:txBody>
          <a:bodyPr vert="horz" wrap="square" lIns="0" tIns="582569" rIns="0" bIns="0" rtlCol="0">
            <a:spAutoFit/>
          </a:bodyPr>
          <a:lstStyle/>
          <a:p>
            <a:pPr marL="3163570">
              <a:lnSpc>
                <a:spcPct val="100000"/>
              </a:lnSpc>
              <a:spcBef>
                <a:spcPts val="125"/>
              </a:spcBef>
            </a:pPr>
            <a:r>
              <a:rPr sz="7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sz="70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0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sz="7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7400" y="2781300"/>
            <a:ext cx="16769715" cy="5902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1077595" indent="-45720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- Core language for cleaning, analyzing, and visualizing  data.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1077595" indent="-45720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Pycharm -Used as an IDE to develop and run python programs.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077595">
              <a:lnSpc>
                <a:spcPct val="150000"/>
              </a:lnSpc>
              <a:spcBef>
                <a:spcPts val="95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Pandas </a:t>
            </a:r>
            <a:r>
              <a:rPr lang="en-US" alt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 loading, exploration, and manipulation.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077595">
              <a:lnSpc>
                <a:spcPct val="150000"/>
              </a:lnSpc>
              <a:spcBef>
                <a:spcPts val="95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NumPy </a:t>
            </a:r>
            <a:r>
              <a:rPr lang="en-US" alt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numerical operations and efficient array handling.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077595">
              <a:lnSpc>
                <a:spcPct val="150000"/>
              </a:lnSpc>
              <a:spcBef>
                <a:spcPts val="95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Matplotlib </a:t>
            </a:r>
            <a:r>
              <a:rPr lang="en-US" alt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plotting basic graphs and visualizations.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077595">
              <a:lnSpc>
                <a:spcPct val="150000"/>
              </a:lnSpc>
              <a:spcBef>
                <a:spcPts val="95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alt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Streamlit- Used to build an interactive web application for data analytics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077595">
              <a:lnSpc>
                <a:spcPct val="150000"/>
              </a:lnSpc>
              <a:spcBef>
                <a:spcPts val="95"/>
              </a:spcBef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05</a:t>
            </a:r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609600" y="-31984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61535" cy="3533775"/>
            <a:chOff x="0" y="0"/>
            <a:chExt cx="4661535" cy="35337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96" y="0"/>
              <a:ext cx="2400299" cy="29473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5" y="0"/>
              <a:ext cx="2349499" cy="30098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5" y="0"/>
              <a:ext cx="2298699" cy="30611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20" y="0"/>
              <a:ext cx="2247899" cy="31212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39" y="0"/>
              <a:ext cx="2197099" cy="31738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99" y="0"/>
              <a:ext cx="2146299" cy="32287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43" y="0"/>
              <a:ext cx="2095499" cy="327584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2045488" cy="33276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34" y="0"/>
              <a:ext cx="1981199" cy="337695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19" y="0"/>
              <a:ext cx="1930399" cy="34329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93" y="0"/>
              <a:ext cx="1866899" cy="34829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62" y="0"/>
              <a:ext cx="1816099" cy="35334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36" y="0"/>
              <a:ext cx="2044699" cy="325668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864" y="0"/>
              <a:ext cx="2273299" cy="298475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78" y="0"/>
              <a:ext cx="2527299" cy="27328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54" y="0"/>
              <a:ext cx="2768599" cy="24665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09" y="0"/>
              <a:ext cx="3022599" cy="22072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53" y="0"/>
              <a:ext cx="3289299" cy="19554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09" y="0"/>
              <a:ext cx="3555999" cy="170047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94" y="0"/>
              <a:ext cx="3822699" cy="144729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66" y="0"/>
              <a:ext cx="4102099" cy="119525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39" y="0"/>
              <a:ext cx="4381499" cy="99308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0" y="0"/>
              <a:ext cx="4661539" cy="892269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688975" y="393065"/>
            <a:ext cx="14981555" cy="251777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031240" marR="5080" indent="963930" algn="l">
              <a:lnSpc>
                <a:spcPct val="117000"/>
              </a:lnSpc>
              <a:spcBef>
                <a:spcPts val="95"/>
              </a:spcBef>
            </a:pPr>
            <a:r>
              <a:rPr lang="en-US" sz="6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UNDERTAKEN</a:t>
            </a:r>
            <a:endParaRPr lang="en-US" sz="6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69440" y="3027680"/>
            <a:ext cx="11176000" cy="3184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17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3500" spc="1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Title-Supply Chain Data Analytics</a:t>
            </a:r>
            <a:endParaRPr lang="en-US" sz="3500" spc="1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457200">
              <a:lnSpc>
                <a:spcPct val="117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3500" spc="1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Aim-To analyze supply chain performance and improve efficiency</a:t>
            </a:r>
            <a:endParaRPr lang="en-US" sz="3500" spc="1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457200">
              <a:lnSpc>
                <a:spcPct val="117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altLang="" sz="3500" spc="1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Worked on datasets related to inventory,demand,and delivery.</a:t>
            </a:r>
            <a:endParaRPr lang="en-US" altLang="" sz="3500" spc="1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object 3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06</a:t>
            </a:r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99540" y="393065"/>
            <a:ext cx="14431645" cy="923290"/>
          </a:xfrm>
        </p:spPr>
        <p:txBody>
          <a:bodyPr wrap="square"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WORK PROCESS/IMPLEMENTATION</a:t>
            </a:r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543300" y="2332990"/>
            <a:ext cx="11200765" cy="6306185"/>
          </a:xfrm>
        </p:spPr>
        <p:txBody>
          <a:bodyPr>
            <a:noAutofit/>
          </a:bodyPr>
          <a:p>
            <a:pPr marL="571500" indent="-571500">
              <a:buFont typeface="Wingdings" panose="05000000000000000000" charset="0"/>
              <a:buChar char="§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datasets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charset="0"/>
              <a:buChar char="§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(handling missing values,errors)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charset="0"/>
              <a:buChar char="§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using Python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charset="0"/>
              <a:buChar char="§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using graghs and charts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charset="0"/>
              <a:buChar char="§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of results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ext Box 5"/>
          <p:cNvSpPr txBox="1"/>
          <p:nvPr/>
        </p:nvSpPr>
        <p:spPr>
          <a:xfrm>
            <a:off x="16383000" y="9182100"/>
            <a:ext cx="1685925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4000" spc="-25" dirty="0">
                <a:latin typeface="Arial Black" panose="020B0A04020102020204" charset="0"/>
                <a:cs typeface="Arial Black" panose="020B0A04020102020204" charset="0"/>
                <a:sym typeface="+mn-ea"/>
              </a:rPr>
              <a:t>0</a:t>
            </a:r>
            <a:r>
              <a:rPr lang="en-US" altLang="" sz="4000" spc="-25" dirty="0">
                <a:latin typeface="Arial Black" panose="020B0A04020102020204" charset="0"/>
                <a:cs typeface="Arial Black" panose="020B0A04020102020204" charset="0"/>
                <a:sym typeface="+mn-ea"/>
              </a:rPr>
              <a:t>7</a:t>
            </a:r>
            <a:endParaRPr lang="en-US" altLang="" sz="4000" spc="-25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857871" y="-29"/>
            <a:ext cx="4149090" cy="1092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sz="7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6439515" y="9006840"/>
            <a:ext cx="840105" cy="7848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r>
              <a:rPr lang="en-US" spc="-25" dirty="0"/>
              <a:t>8</a:t>
            </a:r>
            <a:endParaRPr lang="en-US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06500" y="2222500"/>
            <a:ext cx="16154400" cy="704024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100" spc="120" dirty="0">
                <a:solidFill>
                  <a:srgbClr val="535353"/>
                </a:solidFill>
                <a:latin typeface="Lucida Sans Unicode" panose="020B0602030504020204"/>
                <a:cs typeface="Lucida Sans Unicode" panose="020B0602030504020204"/>
              </a:rPr>
              <a:t>l</a:t>
            </a:r>
            <a:endParaRPr sz="7100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00" y="1181100"/>
            <a:ext cx="3852545" cy="29997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1196975"/>
            <a:ext cx="3424555" cy="28930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0" y="1155700"/>
            <a:ext cx="4684395" cy="29235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4938395"/>
            <a:ext cx="4840605" cy="31178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0065" y="4857750"/>
            <a:ext cx="4637405" cy="31978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2600" y="4852035"/>
            <a:ext cx="4646930" cy="31064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05600" y="1943100"/>
            <a:ext cx="5134610" cy="861774"/>
          </a:xfrm>
        </p:spPr>
        <p:txBody>
          <a:bodyPr wrap="square"/>
          <a:lstStyle/>
          <a:p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3048000" y="3619500"/>
            <a:ext cx="12801600" cy="3451860"/>
          </a:xfrm>
        </p:spPr>
        <p:txBody>
          <a:bodyPr>
            <a:noAutofit/>
          </a:bodyPr>
          <a:lstStyle/>
          <a:p>
            <a:pPr algn="just"/>
            <a:r>
              <a:rPr lang="en-US" altLang="en-US" sz="35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“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internship, I learned how to clean and analyze Supply chain data analysis using Python and Streamlit. Gained practical knowledge in data analytics This helped me improve my technical and problem-solving skills. Overall, it was a good practical experience that connected my learning with real-world applications.”</a:t>
            </a:r>
            <a:endParaRPr lang="en-US" altLang="en-US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6230600" y="9182100"/>
            <a:ext cx="5597525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>
                <a:latin typeface="Arial Black" panose="020B0A04020102020204" charset="0"/>
                <a:cs typeface="Arial Black" panose="020B0A04020102020204" charset="0"/>
              </a:rPr>
              <a:t>09</a:t>
            </a:r>
            <a:endParaRPr lang="en-US" sz="4000" b="1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1730" y="4184014"/>
            <a:ext cx="9104630" cy="185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500" spc="365" dirty="0">
                <a:latin typeface="+mj-lt"/>
                <a:cs typeface="+mj-lt"/>
              </a:rPr>
              <a:t> </a:t>
            </a:r>
            <a:r>
              <a:rPr lang="en-US" sz="12000" spc="365" dirty="0">
                <a:latin typeface="+mj-lt"/>
                <a:cs typeface="+mj-lt"/>
              </a:rPr>
              <a:t> </a:t>
            </a:r>
            <a:r>
              <a:rPr sz="12000" spc="365" dirty="0">
                <a:latin typeface="+mj-lt"/>
                <a:cs typeface="+mj-lt"/>
              </a:rPr>
              <a:t>THANK</a:t>
            </a:r>
            <a:r>
              <a:rPr sz="12000" spc="-254" dirty="0">
                <a:latin typeface="+mj-lt"/>
                <a:cs typeface="+mj-lt"/>
              </a:rPr>
              <a:t> </a:t>
            </a:r>
            <a:r>
              <a:rPr sz="12000" spc="165" dirty="0">
                <a:latin typeface="+mj-lt"/>
                <a:cs typeface="+mj-lt"/>
              </a:rPr>
              <a:t>YOU</a:t>
            </a:r>
            <a:endParaRPr sz="12000">
              <a:latin typeface="+mj-lt"/>
              <a:cs typeface="+mj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580026" y="9006877"/>
            <a:ext cx="540385" cy="7848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4750" spc="-1165" dirty="0">
                <a:solidFill>
                  <a:srgbClr val="535353"/>
                </a:solidFill>
                <a:latin typeface="Arial Black" panose="020B0A04020102020204"/>
                <a:cs typeface="Arial Black" panose="020B0A04020102020204"/>
              </a:rPr>
              <a:t>1</a:t>
            </a:r>
            <a:r>
              <a:rPr lang="en-US" altLang="" sz="4750" spc="-1165" dirty="0">
                <a:solidFill>
                  <a:srgbClr val="535353"/>
                </a:solidFill>
                <a:latin typeface="Arial Black" panose="020B0A04020102020204"/>
                <a:cs typeface="Arial Black" panose="020B0A04020102020204"/>
              </a:rPr>
              <a:t>0</a:t>
            </a:r>
            <a:endParaRPr lang="en-US" altLang="" sz="4750" spc="-1165" dirty="0">
              <a:solidFill>
                <a:srgbClr val="535353"/>
              </a:solidFill>
              <a:latin typeface="Arial Black" panose="020B0A04020102020204"/>
              <a:cs typeface="Arial Black" panose="020B0A040201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F3C3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2091</Words>
  <Application>WPS Presentation</Application>
  <PresentationFormat>Custom</PresentationFormat>
  <Paragraphs>89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Tahoma</vt:lpstr>
      <vt:lpstr>Lucida Sans Unicode</vt:lpstr>
      <vt:lpstr>Arial Black</vt:lpstr>
      <vt:lpstr>Times New Roman</vt:lpstr>
      <vt:lpstr>Tahoma</vt:lpstr>
      <vt:lpstr>Calibri</vt:lpstr>
      <vt:lpstr>Microsoft YaHei</vt:lpstr>
      <vt:lpstr>Arial Unicode MS</vt:lpstr>
      <vt:lpstr>Wingdings</vt:lpstr>
      <vt:lpstr>Arial Black</vt:lpstr>
      <vt:lpstr>Office Theme</vt:lpstr>
      <vt:lpstr>SRINIVAS UNIVERSITY INSTITUTE OF ENGINEERING &amp; TECHNOLOGY</vt:lpstr>
      <vt:lpstr>LEARNING BY DOING</vt:lpstr>
      <vt:lpstr>WHAT DID I  UNDERSTAND  BY DATA SCIENCE ?</vt:lpstr>
      <vt:lpstr>PROBLEM STATEMENT</vt:lpstr>
      <vt:lpstr>WORKFLOW BASED ON TASK WHAT I HAVE DONE</vt:lpstr>
      <vt:lpstr>TOOLS USED</vt:lpstr>
      <vt:lpstr>TURNING CHALLENGES INTO OPPORTUNITIES: OUR SOLUTIONS</vt:lpstr>
      <vt:lpstr>PowerPoint 演示文稿</vt:lpstr>
      <vt:lpstr>RESULT</vt:lpstr>
      <vt:lpstr>CONCLUSION</vt:lpstr>
      <vt:lpstr>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SRINIVAS UNIVERSITY INSTITUTE OF ENGINEERING &amp; TECHNOLOGY</dc:title>
  <dc:creator>Ritu Jawalkar</dc:creator>
  <cp:keywords>DAGzPJbGW8A,BAFlUBH4BkA,0</cp:keywords>
  <cp:lastModifiedBy>Yallamma</cp:lastModifiedBy>
  <cp:revision>14</cp:revision>
  <dcterms:created xsi:type="dcterms:W3CDTF">2025-09-17T14:38:00Z</dcterms:created>
  <dcterms:modified xsi:type="dcterms:W3CDTF">2026-04-12T03:06:25Z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2025-09-18T03:30:00Z</vt:filetime>
  </property>
  <property fmtid="{D5CDD505-2E9C-101B-9397-08002B2CF9AE}" pid="3" name="Creator">
    <vt:lpwstr>Canva</vt:lpwstr>
  </property>
  <property fmtid="{D5CDD505-2E9C-101B-9397-08002B2CF9AE}" pid="4" name="LastSaved">
    <vt:filetime>2025-09-18T03:30:00Z</vt:filetime>
  </property>
  <property fmtid="{D5CDD505-2E9C-101B-9397-08002B2CF9AE}" pid="5" name="Producer">
    <vt:lpwstr>Canva</vt:lpwstr>
  </property>
  <property fmtid="{D5CDD505-2E9C-101B-9397-08002B2CF9AE}" pid="6" name="ICV">
    <vt:lpwstr>E5F1935074994542A01A11AB073A0443_13</vt:lpwstr>
  </property>
  <property fmtid="{D5CDD505-2E9C-101B-9397-08002B2CF9AE}" pid="7" name="KSOProductBuildVer">
    <vt:lpwstr>1033-12.1.0.25242</vt:lpwstr>
  </property>
</Properties>
</file>